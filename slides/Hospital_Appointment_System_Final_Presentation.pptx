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258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smtClean="0"/>
              <a:t>Hospital </a:t>
            </a:r>
            <a:r>
              <a:rPr dirty="0"/>
              <a:t>Appointment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endParaRPr lang="en-IN" dirty="0" smtClean="0"/>
          </a:p>
          <a:p>
            <a:pPr>
              <a:defRPr sz="2200"/>
            </a:pPr>
            <a:endParaRPr lang="en-IN" dirty="0"/>
          </a:p>
          <a:p>
            <a:pPr>
              <a:defRPr sz="2200"/>
            </a:pPr>
            <a:r>
              <a:rPr dirty="0" smtClean="0"/>
              <a:t>Problem</a:t>
            </a:r>
            <a:r>
              <a:rPr dirty="0"/>
              <a:t>: Manual hospital appointment systems are inefficient and </a:t>
            </a:r>
            <a:r>
              <a:rPr dirty="0" smtClean="0"/>
              <a:t>error-prone</a:t>
            </a:r>
            <a:r>
              <a:rPr lang="en-IN" dirty="0" smtClean="0"/>
              <a:t>, </a:t>
            </a:r>
            <a:r>
              <a:rPr dirty="0" smtClean="0"/>
              <a:t>Causes </a:t>
            </a:r>
            <a:r>
              <a:rPr dirty="0"/>
              <a:t>delays, poor record management, and booking conflicts</a:t>
            </a:r>
          </a:p>
          <a:p>
            <a:pPr>
              <a:defRPr sz="2200"/>
            </a:pPr>
            <a:r>
              <a:rPr dirty="0"/>
              <a:t>Solution: A simple Java Swing-based GUI system</a:t>
            </a:r>
          </a:p>
          <a:p>
            <a:pPr>
              <a:defRPr sz="2200"/>
            </a:pPr>
            <a:r>
              <a:rPr dirty="0"/>
              <a:t>Target Users: Patients and small clinics</a:t>
            </a:r>
          </a:p>
          <a:p>
            <a:pPr>
              <a:defRPr sz="2200"/>
            </a:pPr>
            <a:r>
              <a:rPr lang="en-IN" dirty="0" smtClean="0"/>
              <a:t>Name</a:t>
            </a:r>
            <a:r>
              <a:rPr dirty="0" smtClean="0"/>
              <a:t>: </a:t>
            </a:r>
            <a:r>
              <a:rPr dirty="0"/>
              <a:t>Sampurna Rakshit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2296"/>
            <a:ext cx="6965245" cy="1202485"/>
          </a:xfrm>
        </p:spPr>
        <p:txBody>
          <a:bodyPr/>
          <a:lstStyle/>
          <a:p>
            <a:r>
              <a:rPr dirty="0" smtClean="0"/>
              <a:t> </a:t>
            </a:r>
            <a:r>
              <a:rPr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763" y="2014781"/>
            <a:ext cx="4195985" cy="2948399"/>
          </a:xfrm>
        </p:spPr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rPr dirty="0" smtClean="0"/>
              <a:t>GUI </a:t>
            </a:r>
            <a:r>
              <a:rPr dirty="0"/>
              <a:t>Layer: Login, Register, Booking, View Pages</a:t>
            </a:r>
          </a:p>
          <a:p>
            <a:pPr>
              <a:defRPr sz="2200"/>
            </a:pPr>
            <a:r>
              <a:rPr dirty="0"/>
              <a:t>Model Layer: Patient, Doctor, Appointment classes</a:t>
            </a:r>
          </a:p>
          <a:p>
            <a:pPr>
              <a:defRPr sz="2200"/>
            </a:pPr>
            <a:r>
              <a:rPr dirty="0"/>
              <a:t>Utility Layer: </a:t>
            </a:r>
            <a:r>
              <a:rPr dirty="0" err="1"/>
              <a:t>FileHandler</a:t>
            </a:r>
            <a:r>
              <a:rPr dirty="0"/>
              <a:t> for data storage</a:t>
            </a:r>
          </a:p>
          <a:p>
            <a:pPr>
              <a:defRPr sz="2200"/>
            </a:pPr>
            <a:r>
              <a:rPr dirty="0"/>
              <a:t>Data stored using text files (patients.txt, appointments.txt)</a:t>
            </a:r>
          </a:p>
          <a:p>
            <a:pPr>
              <a:defRPr sz="2200"/>
            </a:pPr>
            <a:r>
              <a:rPr dirty="0"/>
              <a:t>Clear separation of concerns for maintainability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282" y="3491669"/>
            <a:ext cx="4084890" cy="324241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OOP </a:t>
            </a:r>
            <a:r>
              <a:rPr dirty="0"/>
              <a:t>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200"/>
            </a:pPr>
            <a:endParaRPr lang="en-IN" dirty="0" smtClean="0"/>
          </a:p>
          <a:p>
            <a:pPr>
              <a:defRPr sz="2200"/>
            </a:pPr>
            <a:r>
              <a:rPr dirty="0" smtClean="0"/>
              <a:t>Abstraction</a:t>
            </a:r>
            <a:r>
              <a:rPr dirty="0"/>
              <a:t>: Appointment abstract class defines common structure</a:t>
            </a:r>
          </a:p>
          <a:p>
            <a:pPr>
              <a:defRPr sz="2200"/>
            </a:pPr>
            <a:r>
              <a:rPr dirty="0"/>
              <a:t>Inheritance: Patient &amp; Doctor extend Person class</a:t>
            </a:r>
          </a:p>
          <a:p>
            <a:pPr>
              <a:defRPr sz="2200"/>
            </a:pPr>
            <a:r>
              <a:rPr dirty="0"/>
              <a:t>Polymorphism: Appointment reference handles multiple types</a:t>
            </a:r>
          </a:p>
          <a:p>
            <a:pPr>
              <a:defRPr sz="2200"/>
            </a:pPr>
            <a:r>
              <a:rPr dirty="0"/>
              <a:t>Encapsulation: Private variables with getters</a:t>
            </a:r>
          </a:p>
          <a:p>
            <a:pPr>
              <a:defRPr sz="2200"/>
            </a:pPr>
            <a:r>
              <a:rPr dirty="0"/>
              <a:t>Collections: </a:t>
            </a:r>
            <a:r>
              <a:rPr dirty="0" err="1"/>
              <a:t>ArrayList</a:t>
            </a:r>
            <a:r>
              <a:rPr dirty="0"/>
              <a:t> used for storing multiple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Technical </a:t>
            </a:r>
            <a:r>
              <a:rPr dirty="0"/>
              <a:t>Highlight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endParaRPr lang="en-IN" dirty="0" smtClean="0"/>
          </a:p>
          <a:p>
            <a:pPr>
              <a:defRPr sz="2200"/>
            </a:pPr>
            <a:r>
              <a:rPr dirty="0" smtClean="0"/>
              <a:t>Login </a:t>
            </a:r>
            <a:r>
              <a:rPr dirty="0"/>
              <a:t>validation using file handling and </a:t>
            </a:r>
            <a:r>
              <a:rPr dirty="0" err="1"/>
              <a:t>ArrayList</a:t>
            </a:r>
            <a:endParaRPr dirty="0"/>
          </a:p>
          <a:p>
            <a:pPr>
              <a:defRPr sz="2200"/>
            </a:pPr>
            <a:r>
              <a:rPr dirty="0"/>
              <a:t>Reads stored users from file and compares credentials</a:t>
            </a:r>
          </a:p>
          <a:p>
            <a:pPr>
              <a:defRPr sz="2200"/>
            </a:pPr>
            <a:r>
              <a:rPr dirty="0"/>
              <a:t>Ensures only valid users can access the system</a:t>
            </a:r>
          </a:p>
          <a:p>
            <a:pPr>
              <a:defRPr sz="2200"/>
            </a:pPr>
            <a:r>
              <a:rPr dirty="0"/>
              <a:t>Chosen for simplicity and no database dependency</a:t>
            </a:r>
          </a:p>
          <a:p>
            <a:pPr>
              <a:defRPr sz="2200"/>
            </a:pPr>
            <a:r>
              <a:rPr dirty="0"/>
              <a:t>Demonstrates real-world authentication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749216"/>
            <a:ext cx="6057807" cy="558291"/>
          </a:xfrm>
        </p:spPr>
        <p:txBody>
          <a:bodyPr>
            <a:normAutofit fontScale="90000"/>
          </a:bodyPr>
          <a:lstStyle/>
          <a:p>
            <a:r>
              <a:rPr dirty="0" smtClean="0"/>
              <a:t>Live </a:t>
            </a:r>
            <a:r>
              <a:rPr dirty="0"/>
              <a:t>Demo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8140" y="1307507"/>
            <a:ext cx="5937618" cy="2119357"/>
          </a:xfrm>
        </p:spPr>
        <p:txBody>
          <a:bodyPr>
            <a:normAutofit fontScale="92500"/>
          </a:bodyPr>
          <a:lstStyle/>
          <a:p>
            <a:pPr>
              <a:defRPr sz="2200"/>
            </a:pPr>
            <a:r>
              <a:rPr dirty="0" smtClean="0"/>
              <a:t>Step 1: Register a new user</a:t>
            </a:r>
          </a:p>
          <a:p>
            <a:pPr>
              <a:defRPr sz="2200"/>
            </a:pPr>
            <a:r>
              <a:rPr dirty="0" smtClean="0"/>
              <a:t>Step 2: Login with credentials</a:t>
            </a:r>
          </a:p>
          <a:p>
            <a:pPr>
              <a:defRPr sz="2200"/>
            </a:pPr>
            <a:r>
              <a:rPr dirty="0" smtClean="0"/>
              <a:t>Step 3: Book appointment with doctor and date</a:t>
            </a:r>
          </a:p>
          <a:p>
            <a:pPr>
              <a:defRPr sz="2200"/>
            </a:pPr>
            <a:r>
              <a:rPr dirty="0" smtClean="0"/>
              <a:t>Step 4: View previously booked appointments</a:t>
            </a:r>
          </a:p>
          <a:p>
            <a:pPr>
              <a:defRPr sz="2200"/>
            </a:pPr>
            <a:r>
              <a:rPr dirty="0" smtClean="0"/>
              <a:t>Error Handling: Invalid login &amp; empty input handled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24" y="3275215"/>
            <a:ext cx="3512323" cy="30059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997" y="3275215"/>
            <a:ext cx="3888335" cy="30059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18</TotalTime>
  <Words>208</Words>
  <Application>Microsoft Office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Pushpin</vt:lpstr>
      <vt:lpstr>Hospital Appointment Booking System</vt:lpstr>
      <vt:lpstr> System Design</vt:lpstr>
      <vt:lpstr>OOP Concepts Used</vt:lpstr>
      <vt:lpstr>Technical Highlight</vt:lpstr>
      <vt:lpstr>Live Demo &amp; Features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Appointment Booking System</dc:title>
  <dc:creator>Sampurna Rakshit</dc:creator>
  <dc:description>generated using python-pptx</dc:description>
  <cp:lastModifiedBy>Sampurna Rakshit</cp:lastModifiedBy>
  <cp:revision>4</cp:revision>
  <dcterms:created xsi:type="dcterms:W3CDTF">2013-01-27T09:14:16Z</dcterms:created>
  <dcterms:modified xsi:type="dcterms:W3CDTF">2026-03-29T15:00:26Z</dcterms:modified>
</cp:coreProperties>
</file>